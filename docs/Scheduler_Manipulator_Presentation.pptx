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8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-156" b="2495"/>
          <a:stretch/>
        </p:blipFill>
        <p:spPr>
          <a:xfrm>
            <a:off x="-25401" y="-17884"/>
            <a:ext cx="16372633" cy="9161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3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2941"/>
          <a:stretch/>
        </p:blipFill>
        <p:spPr>
          <a:xfrm>
            <a:off x="0" y="38100"/>
            <a:ext cx="16205200" cy="8801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3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3781"/>
          <a:stretch/>
        </p:blipFill>
        <p:spPr>
          <a:xfrm>
            <a:off x="-1" y="0"/>
            <a:ext cx="16253927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2941"/>
          <a:stretch/>
        </p:blipFill>
        <p:spPr>
          <a:xfrm>
            <a:off x="0" y="-228600"/>
            <a:ext cx="16256000" cy="937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-156" b="2941"/>
          <a:stretch/>
        </p:blipFill>
        <p:spPr>
          <a:xfrm>
            <a:off x="0" y="38100"/>
            <a:ext cx="16281400" cy="910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-156" b="2941"/>
          <a:stretch/>
        </p:blipFill>
        <p:spPr>
          <a:xfrm>
            <a:off x="0" y="0"/>
            <a:ext cx="162814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-156" b="2941"/>
          <a:stretch/>
        </p:blipFill>
        <p:spPr>
          <a:xfrm>
            <a:off x="0" y="0"/>
            <a:ext cx="162814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313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-156" b="5462"/>
          <a:stretch/>
        </p:blipFill>
        <p:spPr>
          <a:xfrm>
            <a:off x="0" y="0"/>
            <a:ext cx="162814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-18661"/>
            <a:ext cx="16281400" cy="9144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37200" y="3830064"/>
            <a:ext cx="7988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smtClean="0">
                <a:solidFill>
                  <a:srgbClr val="FF0000"/>
                </a:solidFill>
              </a:rPr>
              <a:t> </a:t>
            </a:r>
            <a:r>
              <a:rPr lang="en-US" sz="8800" b="1" dirty="0" err="1" smtClean="0">
                <a:solidFill>
                  <a:srgbClr val="FF0000"/>
                </a:solidFill>
              </a:rPr>
              <a:t>ThankYou</a:t>
            </a:r>
            <a:r>
              <a:rPr lang="en-US" sz="8800" b="1" dirty="0" smtClean="0">
                <a:solidFill>
                  <a:srgbClr val="FF0000"/>
                </a:solidFill>
              </a:rPr>
              <a:t>!</a:t>
            </a:r>
            <a:endParaRPr lang="en-US" sz="8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</Words>
  <Application>Microsoft Office PowerPoint</Application>
  <PresentationFormat>Custom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Scheduler Manipulator</dc:title>
  <dc:creator/>
  <cp:lastModifiedBy/>
  <cp:revision>3</cp:revision>
  <dcterms:created xsi:type="dcterms:W3CDTF">2006-08-16T00:00:00Z</dcterms:created>
  <dcterms:modified xsi:type="dcterms:W3CDTF">2026-06-09T13:48:25Z</dcterms:modified>
</cp:coreProperties>
</file>